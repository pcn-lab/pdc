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A8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A88"/>
                </a:solidFill>
                <a:latin typeface="Calibri"/>
              </a:rPr>
              <a:t>Speedup vs threads — expected shape on a base M1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(linear)</c:v>
                </c:pt>
              </c:strCache>
            </c:strRef>
          </c:tx>
          <c:spPr>
            <a:solidFill>
              <a:srgbClr val="6B7A88"/>
            </a:solidFill>
            <a:ln w="38100" cap="flat">
              <a:solidFill>
                <a:srgbClr val="6B7A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A88"/>
              </a:solidFill>
              <a:ln w="9525" cap="flat">
                <a:solidFill>
                  <a:srgbClr val="6B7A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 (4P + 4E)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1.97</c:v>
                </c:pt>
                <c:pt idx="2">
                  <c:v>2.9</c:v>
                </c:pt>
                <c:pt idx="3">
                  <c:v>3.8</c:v>
                </c:pt>
                <c:pt idx="4">
                  <c:v>4.2</c:v>
                </c:pt>
                <c:pt idx="5">
                  <c:v>4.5</c:v>
                </c:pt>
                <c:pt idx="6">
                  <c:v>4.75</c:v>
                </c:pt>
                <c:pt idx="7">
                  <c:v>4.95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A8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A88"/>
                </a:solidFill>
                <a:latin typeface="Calibri"/>
              </a:rPr>
              <a:t>Relative per-thread throughput — expected shape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per-thread throughput (Miter/s)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405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6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6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405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thr, P cluster</c:v>
                  </c:pt>
                  <c:pt idx="1">
                    <c:v>1 thr, E cluster</c:v>
                  </c:pt>
                  <c:pt idx="2">
                    <c:v>4 thr on P</c:v>
                  </c:pt>
                  <c:pt idx="3">
                    <c:v>4 thr on E</c:v>
                  </c:pt>
                  <c:pt idx="4">
                    <c:v>8 thr default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34</c:v>
                </c:pt>
                <c:pt idx="2">
                  <c:v>96</c:v>
                </c:pt>
                <c:pt idx="3">
                  <c:v>33</c:v>
                </c:pt>
                <c:pt idx="4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E405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A8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A88"/>
                </a:solidFill>
                <a:latin typeface="Calibri"/>
              </a:rPr>
              <a:t>Sustained load: throughput (%) vs seconds — expected shape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single-thread throughput</c:v>
                </c:pt>
              </c:strCache>
            </c:strRef>
          </c:tx>
          <c:spPr>
            <a:solidFill>
              <a:srgbClr val="F2A65A"/>
            </a:solidFill>
            <a:ln w="38100" cap="flat">
              <a:solidFill>
                <a:srgbClr val="F2A6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65A"/>
              </a:solidFill>
              <a:ln w="9525" cap="flat">
                <a:solidFill>
                  <a:srgbClr val="F2A6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100.4</c:v>
                </c:pt>
                <c:pt idx="2">
                  <c:v>99.8</c:v>
                </c:pt>
                <c:pt idx="3">
                  <c:v>98.1</c:v>
                </c:pt>
                <c:pt idx="4">
                  <c:v>95.2</c:v>
                </c:pt>
                <c:pt idx="5">
                  <c:v>92.6</c:v>
                </c:pt>
                <c:pt idx="6">
                  <c:v>90.9</c:v>
                </c:pt>
                <c:pt idx="7">
                  <c:v>89.8</c:v>
                </c:pt>
                <c:pt idx="8">
                  <c:v>89.3</c:v>
                </c:pt>
                <c:pt idx="9">
                  <c:v>89.1</c:v>
                </c:pt>
                <c:pt idx="10">
                  <c:v>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8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01 of the course. Everything on these slides is run live from the pdc-demo-01-pthreads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demo. Come back to these three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./scripts/sysinfo.sh live here. On a lab machine show lscpu and point at Thread(s) per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./bin/01_hello -t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loss varies run to run — that non-determinism is itself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vocabulary the rest of the course leans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Mac restriction is a permission decision, not a hardware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./bin/02_scaling -s 1.0. Ask the class to predict the bend before it 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./bin/03_false_sharing. Needs threads on distinct physical cores or the effect vanishes.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stride sweep takes about ten seconds and is the most convincing thing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./bin/04_affinity -s 1.0. The kern_return_t refusal prints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would a naive OpenMP num_threads(8) give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./bin/05_frequency -d 30 with sudo ./scripts/mac_powermetrics.sh in a second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 A/B on Linux is scripts/linux_freq.sh: change the governor's target, measure, restore. It never raises a vendor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Mac the equivalent A/B is Low Power Mode on/off, plus battery vs 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handout/PDC-Lab01-Handout.md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three questions from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Pthreads and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Measurement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what the hardware actually did — threads, counters, affinity, and the clock that will not sit still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CS-3006  Parallel and Distributed Computing   ·   Fall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this lecture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it actually run in parallel?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61872" y="211226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alone cannot tell you. CPU-time / wall-time can, and hardware counters can say more.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31089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it stop getting faster?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61872" y="35295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 is only the first suspect. Cache coherence, core heterogeneity and clock throttling are the other three.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C1544A"/>
          </a:solidFill>
          <a:ln w="12700">
            <a:solidFill>
              <a:srgbClr val="C15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1872" y="45262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I control, and what merely happens to me?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61872" y="49469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Affinity, scheduling and frequency are all partly out of your hands — and differently so on Linux and on Apple Silicon.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is not what the textbook drew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8-core Apple M1 is two different CPUs on one die.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Firestorm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cores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out-of-order, large caches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clock, high power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6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hw.perflevel0.logicalcpu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Icestorm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697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cores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small caches, low clock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the throughput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6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hw.perflevel1.logicalcpu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your eighth thread does not add what your second thread added. That is not overhead — it is a different core.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x86 box is uniform, but has SMT: two logical CPUs sharing one core's execution units. Same lesson, different mechanism — "logical CPU" is a promise of scheduling, not of throughput.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Pthreads is five function calls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675120" cy="3931920"/>
          </a:xfrm>
          <a:prstGeom prst="roundRect">
            <a:avLst>
              <a:gd name="adj" fmla="val 1395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28216"/>
            <a:ext cx="63459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&lt;pthread.h&gt;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*worker(void *arg) {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task_t *t = (task_t *)arg;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t-&gt;result = compute(t-&gt;iters);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            // or pthread_exit(...)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pthread_t th[N];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pthread_create(&amp;th[i], NULL, worker, &amp;task[i]);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pthread_join(th[i], NULL);   // blocks till it ends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stack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0" y="200253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are private. Everything reached through a pointer is not.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heap &amp; globals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0" y="30266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address space. This is the whole point, and the whole danger.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37398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 passing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0" y="40507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void*. Give each thread its own struct — never a pointer to a loop variable.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4764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before reading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0" y="50749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only guaranteed visible after pthread_join.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memory, shared bugs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threads. Each adds 1 to the same variable, 200 000 times.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E4E2"/>
          </a:solidFill>
          <a:ln w="12700">
            <a:solidFill>
              <a:srgbClr val="F7E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5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300,000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8912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counted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0574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2402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800,000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38160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mutex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105656"/>
            <a:ext cx="105521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counter++      is three instructions, not one: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ldr  x0, [counter]      // both cores read 7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  x0, x0, #1         // both compute 8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  x0, [counter]      // both write 8  -&gt; one update lost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mutex restores correctness and destroys scalability. Both halves of that sentence get measured in demo 03.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 time tells you that. Counters tell you what.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5727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time actually spent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1762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actually completed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146304" cy="14630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 = instructions / cycles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7797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pipeline was fed — the best single health metric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146304" cy="14630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ref-cycles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3832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the invariant base clock; cycles/ref-cycles = the real turbo ratio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146304" cy="146304"/>
          </a:xfrm>
          <a:prstGeom prst="ellipse">
            <a:avLst/>
          </a:prstGeom>
          <a:solidFill>
            <a:srgbClr val="C1544A"/>
          </a:solidFill>
          <a:ln w="12700">
            <a:solidFill>
              <a:srgbClr val="C15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986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cache-misses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98678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currency of false sharing and bad access patterns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46304" cy="146304"/>
          </a:xfrm>
          <a:prstGeom prst="ellipse">
            <a:avLst/>
          </a:prstGeom>
          <a:solidFill>
            <a:srgbClr val="C1544A"/>
          </a:solidFill>
          <a:ln w="12700">
            <a:solidFill>
              <a:srgbClr val="C15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cpu-migrations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45902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bouncing between cores; pinning should drive this to ~0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276088"/>
            <a:ext cx="146304" cy="146304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193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task-clock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519379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CPU-milliseconds; ÷ elapsed = average cores kept busy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IPC + high cache-misses = memory.   Low IPC + high context-switches = contention.   Healthy IPC + falling clock = power and heat.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counters: same physics, different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 (your lab machines)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PMU is open to user code.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perf_event_open() from inside the program, or perf stat around it.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Per-process, per-thread, exact.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4663440" cy="1965960"/>
          </a:xfrm>
          <a:prstGeom prst="roundRect">
            <a:avLst>
              <a:gd name="adj" fmla="val 2791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3557016"/>
            <a:ext cx="433425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stat -e cycles,instructions, \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ref-cycles,cache-misses,\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cpu-migrations ./bin/02_scaling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it refuses: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sysctl -w \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kernel.perf_event_paranoid=1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 / Apple Silicon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PMU is not exposed to user processes.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perf. Counters come from Instruments; SoC telemetry from powermetrics.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3429000"/>
            <a:ext cx="4663440" cy="1965960"/>
          </a:xfrm>
          <a:prstGeom prst="roundRect">
            <a:avLst>
              <a:gd name="adj" fmla="val 2791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3557016"/>
            <a:ext cx="433425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cycles, instructions, IPC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xctrace record \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--template 'CPU Counters' \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--launch -- ./bin/02_scaling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cluster GHz, residency, watts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powermetrics \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--samplers cpu_power -i 1000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permission model. Wrapped for you in scripts/linux_perf.sh, scripts/mac_xctrace.sh and scripts/mac_powermetrics.sh.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scaling, and the ceiling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measured data — run it on your own machine.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Amdahl's law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0" y="21945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36992" y="232257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S(n) ≤  1 / ( (1-p) + p/n 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92608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0.95  →  ceiling of 20×, no matter how many cores.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bend at 4 threads here is not Amdahl at all — it is where the P-cores run out and the E-cores take over.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Amdahl to a heterogeneous machine and you will "measure" a serial fraction that does not exist.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instructions. Same arithmetic. Different address.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threads incrementing four counters. The only thing that changes is where those counters sit.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— one cache 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395728" cy="566928"/>
          </a:xfrm>
          <a:prstGeom prst="rect">
            <a:avLst/>
          </a:prstGeom>
          <a:solidFill>
            <a:srgbClr val="F7E4E2"/>
          </a:solidFill>
          <a:ln w="25400">
            <a:solidFill>
              <a:srgbClr val="C15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487168"/>
            <a:ext cx="502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2487168"/>
            <a:ext cx="502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487168"/>
            <a:ext cx="502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95728" y="2487168"/>
            <a:ext cx="502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bytes — every store invalidates the line in all four L1s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— one line each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423160"/>
            <a:ext cx="1143000" cy="566928"/>
          </a:xfrm>
          <a:prstGeom prst="rect">
            <a:avLst/>
          </a:prstGeom>
          <a:solidFill>
            <a:srgbClr val="E4F5F2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231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2423160"/>
            <a:ext cx="1143000" cy="566928"/>
          </a:xfrm>
          <a:prstGeom prst="rect">
            <a:avLst/>
          </a:prstGeom>
          <a:solidFill>
            <a:srgbClr val="E4F5F2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4231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423160"/>
            <a:ext cx="1143000" cy="566928"/>
          </a:xfrm>
          <a:prstGeom prst="rect">
            <a:avLst/>
          </a:prstGeom>
          <a:solidFill>
            <a:srgbClr val="E4F5F2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4231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0" y="2423160"/>
            <a:ext cx="1143000" cy="566928"/>
          </a:xfrm>
          <a:prstGeom prst="rect">
            <a:avLst/>
          </a:prstGeom>
          <a:solidFill>
            <a:srgbClr val="E4F5F2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24231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 is ever shared — no coherence traffic at 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6118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794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sharing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42062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hardware's unit of sharing is a cache line, not a variable. Two cores writing to different variables in the same line still fight for exclusive ownership of it — tens of cycles per store, for data neither core shares.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4937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and mutex are TRUE sharing: the algorithm really does serialise. Padding cannot help — only per-thread partials with one reduction at the end.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bytes per cache line on Apple Silicon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x86-64 parts use 64. A struct padded with alignas(64) is correct on the lab machines and silently broken on an M-series Mac — two counters still share a line, and no unit test will ever notice.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343400" cy="4206240"/>
          </a:xfrm>
          <a:prstGeom prst="roundRect">
            <a:avLst>
              <a:gd name="adj" fmla="val 1304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1591056"/>
            <a:ext cx="4014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./bin/03_false_sharing --sweep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stride    wall(s)    Mupd/s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-----------------------------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8          2.041      39.2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16         1.988      40.2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32         1.502      53.3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64         0.883      90.6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128        0.121     661.2  &lt;--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256        0.119     672.3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^ the line size, measured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5715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hard-code it. Measure it.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Processor affinity: two different philosophies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— control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4663440" cy="1508760"/>
          </a:xfrm>
          <a:prstGeom prst="roundRect">
            <a:avLst>
              <a:gd name="adj" fmla="val 363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459736"/>
            <a:ext cx="43342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cpu_set_t set;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CPU_ZERO(&amp;set);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CPU_SET(3, &amp;set);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pthread_attr_setaffinity_np(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&amp;attr, sizeof(set), &amp;set);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pinning. That thread runs on CPU 3 and nowhere else.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→ 0, caches stay warm, variance drops.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get it badly wrong.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Silicon — influence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37960" y="2331720"/>
            <a:ext cx="4663440" cy="1508760"/>
          </a:xfrm>
          <a:prstGeom prst="roundRect">
            <a:avLst>
              <a:gd name="adj" fmla="val 363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2459736"/>
            <a:ext cx="43342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pthread_setaffinity_np here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pthread_attr_set_qos_class_np(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&amp;attr, QOS_CLASS_USER_INITIATED, 0);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-&gt; P cluster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   QOS_CLASS_BACKGROUND -&gt; E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39776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THREAD_AFFINITY_POLICY still compiles and is refused by the kernel.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state intent; the scheduler decides.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get it badly wrong either.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code must not depend on either. Ask for what you need; measure what you got.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core is not a core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measured data.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6384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P/E ratio is roughly 3×.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2286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 thread that lands on an efficiency core costs you that — and nothing in your code is told.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QoS lands in between.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spreads across both clusters, so the average thread is neither fast nor slow.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4343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Oversubscription adds nothing.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63840" y="4846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compute-bound kernel, 16 threads on 8 cores halves every thread and moves the total not at all.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clock will not sit still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measured data. A fanless MacBook Air shows this far more sharply than a MacBook Pro.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6384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effects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863840" y="21945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boost budget is spent and the die heats up. Same thread, same code, slower.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cores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waking more cores lowers the frequency every core can hold. Your 8-thread run is not 8 copies of your 1-thread run.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1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like "my parallel code scaled badly" in wall time alone.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"Overclocking", then and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clock with headroom left on the table.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multiplier, add voltage, add cooling, gain 20–30%.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did exactly what the multiplier said.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was yours: instability, heat, a dead part.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control loop over power, temperature and active-core count.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already runs as fast as those limits allow, millisecond by millisecond.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desktop: firmware still exposes multipliers; the OS can toggle turbo.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6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Silicon: no multiplier, no voltage offset, no BIOS. Nothing to raise.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changed: not "how fast can I make it go" but "what did it actually run at, and what made it choose that" — and that one you can answer, on any machine, with counters.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 experiment on a lab machine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2651760"/>
          </a:xfrm>
          <a:prstGeom prst="roundRect">
            <a:avLst>
              <a:gd name="adj" fmla="val 206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73936"/>
            <a:ext cx="10552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./scripts/linux_freq.sh show          # governor, driver, limits, turbo state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./scripts/linux_freq.sh ab ./bin/02_scaling -s 1.0 -t 1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governor=performance  boost=1     -&gt; cycles/ref-cycles = 1.42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governor=performance  boost=0     -&gt; cycles/ref-cycles = 1.00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governor=powersave    boost=1     -&gt; cycles/ref-cycles = 0.61</a:t>
            </a: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endParaRPr lang="en-US" sz="1250" dirty="0"/>
          </a:p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(restores your original governor on exit)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700016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4617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change the target, never the limit.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02936"/>
            <a:ext cx="146304" cy="14630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/ ref-cycles is the real multiplier — read it, don't assume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705856"/>
            <a:ext cx="146304" cy="146304"/>
          </a:xfrm>
          <a:prstGeom prst="ellipse">
            <a:avLst/>
          </a:prstGeom>
          <a:solidFill>
            <a:srgbClr val="C1544A"/>
          </a:solidFill>
          <a:ln w="12700">
            <a:solidFill>
              <a:srgbClr val="C15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Firmware-level overclocking voids warranties and has no place on a shared machine.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28216"/>
            <a:ext cx="105521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./scripts/sysinfo.sh          # what machine am I on?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D8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./scripts/run_all.sh          # every demo, CSVs into results/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01_hello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3063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create/join, a real race, the mutex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30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02_scaling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630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speedup, efficiency, IPC, effective clock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97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03_false_sharing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419709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vs padded, and a stride sweep that finds your cache 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764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04_affinity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476402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vs E cores on macOS; pinning and SMT on Linux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330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05_frequency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3309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load, DVFS, and what you may actually change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filled-in tables, answers to Q1–Q9, one speedup plot, and two paragraphs on the largest loss you measured. Compare with someone on a different machine — the shapes should agree even where the numbers don't.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carry forward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61872" y="16367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Measure, don't assume.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1872" y="20025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says something is slow. Counters say what kind of slow.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42616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569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of sharing is a cache line.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1872" y="29352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variable. Padding is a correctness concern for performance.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75304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35021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logical CPU is a scheduling promise, not a throughput promise.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38679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P-cores, E-cores and SMT siblings all count as "a CPU".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07992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4434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is an output, not an input.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1872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picks it from power, heat and how many cores are awake.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53675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 is about what you ask for, not what you get.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61872" y="5733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intent, then verify — on both operating systems.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62910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OpenMP — the same measurements, a fraction of the code.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Pthreads and Performance Measurement</dc:title>
  <dc:subject>PptxGenJS Presentation</dc:subject>
  <dc:creator>CS-3006 PDC</dc:creator>
  <cp:lastModifiedBy>CS-3006 PDC</cp:lastModifiedBy>
  <cp:revision>1</cp:revision>
  <dcterms:created xsi:type="dcterms:W3CDTF">2026-08-24T15:53:09Z</dcterms:created>
  <dcterms:modified xsi:type="dcterms:W3CDTF">2026-08-24T15:53:09Z</dcterms:modified>
</cp:coreProperties>
</file>